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Hub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技能社区 — 迭代复盘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v0.0.1 → v0.0.2  |  2026.06.12 — 2026.06.13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 · Rust + Flutter · AI 驱动开发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Hub 是一个全栈、全平台的 AI 技能社区。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用户可以浏览、查看、发布 AI 编程技能（SKILL.md）。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73152" cy="457200"/>
          </a:xfrm>
          <a:prstGeom prst="roundRect">
            <a:avLst/>
          </a:prstGeom>
          <a:solidFill>
            <a:srgbClr val="FF6D0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+ Axum + SQLx + MySQL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3152" cy="457200"/>
          </a:xfrm>
          <a:prstGeom prst="roundRect">
            <a:avLst/>
          </a:prstGeom>
          <a:solidFill>
            <a:srgbClr val="FF6D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(全平台) + fx_dio + BLoC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3152" cy="457200"/>
          </a:xfrm>
          <a:prstGeom prst="roundRect">
            <a:avLst/>
          </a:prstGeom>
          <a:solidFill>
            <a:srgbClr val="FF6D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脚本 (db/seed/test)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73152" cy="457200"/>
          </a:xfrm>
          <a:prstGeom prst="roundRect">
            <a:avLst/>
          </a:prstGeom>
          <a:solidFill>
            <a:srgbClr val="FF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开发流程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步流水线 + AI 驱动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v0.0.1 — 基础版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列表浏览 + 详情查看 + API 测试链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后端分层架构: Router → Service → Repository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/api/skills (分页列表)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/api/skills/:id (详情含 Markdown)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 /api/skills (供 seed 脚本使用)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前端: fx_dio Host + Cubit 状态管理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列表页 + 卡片组件 + 详情页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测试链 (7/7 PASS) + 自动生成接口文档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数据库管理脚本 db.py + 种子数据 seed.py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v0.0.1 — 系统架构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822960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视图层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SkillListPage · SkillDetailPage · SkillCard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286000"/>
            <a:ext cx="8229600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状态层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SkillListCubit · SkillDetailCubit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3200400"/>
            <a:ext cx="822960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数据层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SkillRepository (fx_dio)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4114800"/>
            <a:ext cx="8229600" cy="5486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Axum API 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114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skill_router (GET/POST)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4754880"/>
            <a:ext cx="8229600" cy="54864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服务层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skill_service + skill_repository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5394960"/>
            <a:ext cx="8229600" cy="54864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5394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5394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v0.0.2 — UI 改造 + 发布功能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微信简洁风 · 橙色品牌色 · 全面优化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技能发布页: 表单 + Markdown 文件选择 + 实时预览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底部导航栏: 首页(技能广场) + 我的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详情页: SliverAppBar 折叠头部 + Tab 面板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代码块语法高亮 (flutter_highlighter + github theme)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Markdown front-matter 自动转 yaml 代码块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列表: 三行卡片布局 + 橙色版本标签 + 时间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条目间 6px 灰色色块分隔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种子数据: content_file 本地引用机制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设计规范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微信简洁风 — 克制、安静、信息优先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645920" cy="1097280"/>
          </a:xfrm>
          <a:prstGeom prst="roundRect">
            <a:avLst/>
          </a:prstGeom>
          <a:solidFill>
            <a:srgbClr val="FF6D0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#FF6D00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1645920" cy="1097280"/>
          </a:xfrm>
          <a:prstGeom prst="roundRect">
            <a:avLst/>
          </a:prstGeom>
          <a:solidFill>
            <a:srgbClr val="EDEDED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#EDEDED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1645920" cy="1097280"/>
          </a:xfrm>
          <a:prstGeom prst="roundRect">
            <a:avLst/>
          </a:prstGeom>
          <a:solidFill>
            <a:srgbClr val="18181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#181818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主文字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1645920" cy="1097280"/>
          </a:xfrm>
          <a:prstGeom prst="roundRect">
            <a:avLst/>
          </a:prstGeom>
          <a:solidFill>
            <a:srgbClr val="66666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#666666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副文字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1645920" cy="1097280"/>
          </a:xfrm>
          <a:prstGeom prst="roundRect">
            <a:avLst/>
          </a:prstGeom>
          <a:solidFill>
            <a:srgbClr val="576B9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#576B95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链接蓝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828800"/>
            <a:ext cx="1645920" cy="1097280"/>
          </a:xfrm>
          <a:prstGeom prst="roundRect">
            <a:avLst/>
          </a:prstGeom>
          <a:solidFill>
            <a:srgbClr val="E5E5E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18288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#E5E5E5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不用阴影 / 渐变 / 水波纹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不用圆形头像 / FAB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分割线代替阴影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点击态: 背景变灰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字体: 17/15/13/11 四级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389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间距: 16px 统一边距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步开发流水线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需求分析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后端设计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后端任务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交叉审查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后端实现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后端测试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前端设计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292608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前端任务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891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前端审查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43891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3891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前端实现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3891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前端测试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0" y="4389120"/>
            <a:ext cx="24688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43891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归档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功能节点网络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029200" y="5029200"/>
            <a:ext cx="1828800" cy="64008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5029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数据库基础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0" y="4114800"/>
            <a:ext cx="18288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技能存储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4114800"/>
            <a:ext cx="1828800" cy="64008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技能服务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3200400"/>
            <a:ext cx="1828800" cy="6400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技能API路由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18288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技能列表页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18288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技能详情页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182880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技能发布页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0" y="1828800"/>
            <a:ext cx="1828800" cy="6400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底部导航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两次迭代数据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功能节点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84632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文件变更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32104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新增代码行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716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测试通过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8463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单元测试通过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210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编译错误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515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v0.0.3 — 用户系统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注册/登录、个人主页、我发布的技能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515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v0.0.4 — 搜索筛选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按标签/作者/关键词搜索和筛选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10515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v0.0.5 — 社区互动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收藏、评分、评论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663440"/>
            <a:ext cx="10515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663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v0.0.6 — 技能安装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4663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一键安装技能到本地 IDE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2026-06-13T02:10:24Z</dcterms:created>
  <dcterms:modified xsi:type="dcterms:W3CDTF">2026-06-13T02:10:24Z</dcterms:modified>
</cp:coreProperties>
</file>